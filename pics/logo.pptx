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8"/>
    <p:restoredTop sz="96327"/>
  </p:normalViewPr>
  <p:slideViewPr>
    <p:cSldViewPr snapToGrid="0" snapToObjects="1">
      <p:cViewPr>
        <p:scale>
          <a:sx n="196" d="100"/>
          <a:sy n="196" d="100"/>
        </p:scale>
        <p:origin x="-2056" y="-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17246-8107-664E-A0CE-238F4CD32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E97E1-A60A-834C-8E18-ADFB0C3E4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BAF11-91FB-4240-8248-F24301E3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DE114-A3D6-B849-9587-367D968A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1575D-9E10-7245-97E0-62C5C230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81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17F3-5795-364F-A56A-904D8935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C6F30-0B8A-FB49-BD91-9C1CF6DBF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CC439-C8CC-A94F-8BBB-FDA58059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6450B-190D-3747-8816-189F3C94C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7D1DA-BEC3-A240-8A96-DCD919F3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565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96AE-24B0-654C-8B86-DDC78759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E0035-F41D-0145-8460-1B4A2C47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ED2CE-B51D-634C-8495-108E24122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D8FA7-16CC-144E-AC44-CD2ECCC5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3589A-9573-BC47-A1DD-0962C6EB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839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B9D8-77D3-0649-B3BA-0D94D51C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A967-7F4B-2843-BDFB-FE9E3B997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EBEBC-1882-BD44-BE6C-EC943894C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92AC8-807E-4C4B-810F-2F606FB0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FF4B1-5F7B-D642-9FEC-FCE9FD77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5C83D-FF08-9F48-BE53-064D47FD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264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4E0BE-1EEA-694C-9154-FADC632D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0A258-D5DA-B441-AE06-C89982CEF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285D7-42FB-D84D-B467-3EC34AEAF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AE7AF-87B3-1044-9E1F-D4CAD4043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36A3C-E168-2543-B51C-6F16A3DE8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278690-CD8C-4249-ACDC-C34FB367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9016B7-1DC7-D547-9F86-49A98FE1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3B9D5-6985-984B-8718-9A430FC3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204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32E2-14CE-894C-B65C-ACA6AF1C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81EF3-8F2A-5D4F-92AF-16D0A5C7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04313-F9CC-2F46-B0B9-3A6DF829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C7CDF1-2D93-5A45-9B55-4B0E3568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2098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4F8DB-3B7A-AA42-8B6C-D6D68CF4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9FCF3-5E62-E449-A2F7-6B4B130F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8F3C6-74EC-5B44-B16C-E8C58656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09541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5D0B-4E65-774D-9C31-E0E1D391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F2CD-6CD5-B649-8798-F84E74D21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3A769-9B6A-0D4E-AC1F-340D1A5B0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AC7C6-655F-404D-97ED-B97B9752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47AFC-A90E-994D-85AD-C64F06DA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1AE02-E9E7-224F-BB77-41D78BAE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174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66FB-7B93-8146-886C-3EC84BB9A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8B78B-E2F9-A94A-A1E1-D07EE5705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96CCC-B569-F24A-8B93-FA0710FC3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D765E-CDEC-0845-84B6-684B1744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BF7C-6A98-CA46-B435-A1967556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A356D-0787-DE4E-A7E8-C6007A8A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2531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68A7-AF42-B445-8384-0FC710F36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FEA2A-E712-5141-8017-77C7C5559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577C-F756-954C-AF8D-5D5ACBFC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A77D-B571-B141-B7BA-9CD4EC74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71E74-A416-E04F-B068-8E3141A3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3487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BEDFCC-2A6B-4049-A4EA-D576DB33F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6922D-4148-E849-BF82-F512BE8EE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30F7-467A-4142-8466-300A5586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2E2FD-8444-7B4D-BBDD-710EAC83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1A0A7-A51C-9149-AFFC-26CD27CD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736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07114-3670-F442-B01F-5B2ACABD1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55D14-FFCA-E046-B4C6-386B831B3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28A53-A586-0C4D-915C-32E45D760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A1D12-D498-E54A-B1B2-58CD9603BFDA}" type="datetimeFigureOut">
              <a:rPr lang="en-IL" smtClean="0"/>
              <a:t>06/08/2020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ADC2B-5923-DD45-B389-72951DBC9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4F794-DC24-8F4E-B190-B19384C0A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967D1-B2D5-CE4E-B2C3-693D595CCD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360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ED49973-6550-EC48-8795-95CBC926D9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7E7E7E"/>
              </a:clrFrom>
              <a:clrTo>
                <a:srgbClr val="7E7E7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41749" y="1346200"/>
            <a:ext cx="6858000" cy="4495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A6B229-4D2A-2842-9C2B-644204A1BCA8}"/>
              </a:ext>
            </a:extLst>
          </p:cNvPr>
          <p:cNvSpPr txBox="1"/>
          <p:nvPr/>
        </p:nvSpPr>
        <p:spPr>
          <a:xfrm>
            <a:off x="2663421" y="2051883"/>
            <a:ext cx="9075998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endParaRPr lang="en-US" sz="2400" b="1" dirty="0">
              <a:solidFill>
                <a:srgbClr val="C40062"/>
              </a:solidFill>
              <a:latin typeface="Courier" pitchFamily="49" charset="0"/>
            </a:endParaRP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endParaRPr lang="en-US" sz="2400" b="1" dirty="0">
              <a:solidFill>
                <a:srgbClr val="C40062"/>
              </a:solidFill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37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A6B229-4D2A-2842-9C2B-644204A1BCA8}"/>
              </a:ext>
            </a:extLst>
          </p:cNvPr>
          <p:cNvSpPr txBox="1"/>
          <p:nvPr/>
        </p:nvSpPr>
        <p:spPr>
          <a:xfrm>
            <a:off x="2663421" y="2051883"/>
            <a:ext cx="6966962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endParaRPr lang="en-US" sz="2400" b="1" dirty="0">
              <a:solidFill>
                <a:srgbClr val="C40062"/>
              </a:solidFill>
              <a:latin typeface="Courier" pitchFamily="49" charset="0"/>
            </a:endParaRP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endParaRPr lang="en-US" sz="2400" b="1" dirty="0">
              <a:solidFill>
                <a:srgbClr val="C40062"/>
              </a:solidFill>
              <a:latin typeface="Courier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D49973-6550-EC48-8795-95CBC926D9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7E7E7E"/>
              </a:clrFrom>
              <a:clrTo>
                <a:srgbClr val="7E7E7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41749" y="1346200"/>
            <a:ext cx="68580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7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0ED906-6DCC-204C-9303-49A0A5F258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19653" b="14757"/>
          <a:stretch/>
        </p:blipFill>
        <p:spPr>
          <a:xfrm>
            <a:off x="2432511" y="1348510"/>
            <a:ext cx="6865159" cy="4498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A6B229-4D2A-2842-9C2B-644204A1BCA8}"/>
              </a:ext>
            </a:extLst>
          </p:cNvPr>
          <p:cNvSpPr txBox="1"/>
          <p:nvPr/>
        </p:nvSpPr>
        <p:spPr>
          <a:xfrm>
            <a:off x="2663421" y="2051883"/>
            <a:ext cx="9075998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endParaRPr lang="en-US" sz="2400" b="1" dirty="0">
              <a:solidFill>
                <a:srgbClr val="C40062"/>
              </a:solidFill>
              <a:latin typeface="Courier" pitchFamily="49" charset="0"/>
            </a:endParaRP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endParaRPr lang="en-US" sz="2400" b="1" dirty="0">
              <a:solidFill>
                <a:srgbClr val="C40062"/>
              </a:solidFill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5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845F4E-3FF6-ED40-9B65-FF78D66C81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40404"/>
              </a:clrFrom>
              <a:clrTo>
                <a:srgbClr val="040404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19653" b="14757"/>
          <a:stretch/>
        </p:blipFill>
        <p:spPr>
          <a:xfrm>
            <a:off x="409747" y="73892"/>
            <a:ext cx="6865159" cy="4498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819AE1-9AA2-AD4C-B0CF-A3DE78FCF7C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17473" y="2473036"/>
            <a:ext cx="6858000" cy="449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BB249-8EA1-E249-97E4-C157583A9F80}"/>
              </a:ext>
            </a:extLst>
          </p:cNvPr>
          <p:cNvSpPr txBox="1"/>
          <p:nvPr/>
        </p:nvSpPr>
        <p:spPr>
          <a:xfrm>
            <a:off x="1809057" y="2592211"/>
            <a:ext cx="9075998" cy="211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AAAAA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</a:p>
          <a:p>
            <a:pPr lvl="0" defTabSz="685715">
              <a:lnSpc>
                <a:spcPct val="110000"/>
              </a:lnSpc>
            </a:pP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AAAAA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9DA92"/>
                </a:solidFill>
                <a:latin typeface="Courier" pitchFamily="49" charset="0"/>
              </a:rPr>
              <a:t>C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DEA0B6"/>
                </a:solidFill>
                <a:latin typeface="Courier" pitchFamily="49" charset="0"/>
              </a:rPr>
              <a:t>T</a:t>
            </a:r>
            <a:r>
              <a:rPr lang="en-US" sz="2400" b="1" dirty="0">
                <a:solidFill>
                  <a:srgbClr val="7CCA62">
                    <a:lumMod val="50000"/>
                  </a:srgbClr>
                </a:solidFill>
                <a:latin typeface="Courier" pitchFamily="49" charset="0"/>
              </a:rPr>
              <a:t>G</a:t>
            </a:r>
            <a:r>
              <a:rPr lang="en-US" sz="2400" b="1" dirty="0">
                <a:solidFill>
                  <a:srgbClr val="C40062"/>
                </a:solidFill>
                <a:latin typeface="Courier" pitchFamily="49" charset="0"/>
              </a:rPr>
              <a:t>AA</a:t>
            </a:r>
            <a:r>
              <a:rPr lang="en-US" sz="2400" b="1" dirty="0">
                <a:solidFill>
                  <a:prstClr val="white">
                    <a:lumMod val="65000"/>
                  </a:prstClr>
                </a:solidFill>
                <a:latin typeface="Courier" pitchFamily="49" charset="0"/>
              </a:rPr>
              <a:t>...</a:t>
            </a:r>
            <a:endParaRPr lang="en-US" sz="2400" b="1" dirty="0">
              <a:solidFill>
                <a:srgbClr val="C40062"/>
              </a:solidFill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30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device&#10;&#10;Description automatically generated">
            <a:extLst>
              <a:ext uri="{FF2B5EF4-FFF2-40B4-BE49-F238E27FC236}">
                <a16:creationId xmlns:a16="http://schemas.microsoft.com/office/drawing/2014/main" id="{6B8045DB-ADA7-1842-A489-0724708F6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0" y="1181100"/>
            <a:ext cx="71882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9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69</Words>
  <Application>Microsoft Macintosh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Oren Avram</dc:creator>
  <cp:lastModifiedBy>Oren Avram</cp:lastModifiedBy>
  <cp:revision>6</cp:revision>
  <dcterms:created xsi:type="dcterms:W3CDTF">2020-08-06T09:16:48Z</dcterms:created>
  <dcterms:modified xsi:type="dcterms:W3CDTF">2020-08-06T13:39:44Z</dcterms:modified>
</cp:coreProperties>
</file>